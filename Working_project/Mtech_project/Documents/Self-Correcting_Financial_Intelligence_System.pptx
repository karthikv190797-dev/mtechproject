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Self-Correcting Financial</a:t>
            </a:r>
            <a:br/>
            <a:r>
              <a:t>Intelligence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End-to-End Multi-Agent RAG Pipeline</a:t>
            </a:r>
            <a:br/>
            <a:r>
              <a:t>M.Tech Dissertation</a:t>
            </a:r>
            <a:br/>
            <a:r>
              <a:t>Karthik V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Dissertation: Self-Correcting Financial Intelligence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Focus: Natural Language Processing, Information Retrieval, Financial Document Understanding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Organization: Voya Global Services Pvt Ltd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Supervisor: ShivaChandran Masilamani (Head of Investments)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Program: M.Tech in Artificial Intelligence and Machine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Key Goal: Trustworthy, explainable AI for enterprise financial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Financial analysts manually query fragmented data ecosystems (Snowflake, SEC filings, audit docs)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Current RAG systems generate hallucinated/unverifiable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Lack domain-adapted embeddings for financial entities and numerical tables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Privacy concerns with cloud-hosted LLMs in enterprise contexts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Static single-retriever pipelines cannot identify or correct their own errors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Manual validation creates latency, redundancy, and inconsistent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Core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✓ Design multi-agent RAG framework with LangGraph orchestration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✓ Implement Teacher-Student distillation for optimized tabular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✓ Develop hybrid retrieval (FAISS + BM25) for structured &amp; unstructured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✓ Build Evaluator agent for intelligent self-correction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✓ Design Cross-Model Verification engine for consensus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✓ Deploy as containerized, privacy-compliant on-premise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System Architecture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Retrieval Layer: Hybrid search (Semantic FAISS + Lexical BM25)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Reasoning Layer: Teacher-Student distillation with fine-tuned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Verification Layer: Multi-model cross-verification for hallucination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Evaluation Layer: Evaluator agent assessing faithfulness &amp; numerical consistency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5. Orchestration Layer: LangGraph-based workflow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6. Backend: FastAPI REST APIs for scalable async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7. Frontend: Streamlit UI for explainability and user trust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End-to-End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STEP 1: Data Ingestion → SEC 10K + Snowflake databases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STEP 2: Hybrid Retrieval → FAISS (semantic) + BM25 (keyword)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STEP 3: Reader Agent → Extract context and prepare evidence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STEP 4: Teacher Model → Deep understanding of tables and 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STEP 5: Student Model → Lightweight, optimized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STEP 6: Evaluator Assessment → Confidence scoring and consistency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STEP 7: Cross-Verification → Multiple LLMs validate consensus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STEP 8: Self-Correction Loop → Re-retrieve if confidence &lt;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Key Working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Retrieval-Augmented Generation (RAG): Combines context retrieval with LLM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Multi-Agent Orchestration: Retriever, Reader, Verifier, Evaluator agents collaborate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Teacher-Student Distillation: Large model supervises compact model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Evaluator-in-the-Loop: Continuous assessment with automatic error correction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Cross-Model Verification: Consensus voting across multiple LLMs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• Hybrid Retrieval Scoring: Weighted combination of semantic + lexical relevance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🔹 Data Ingestion: PDFium2 for SEC filings, native Snowflake connector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🔹 Vector Search: FAISS for efficient semantic similarity at scale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🔹 Keyword Matching: BM25 probabilistic relevance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🔹 Embedding Models: Domain-adapted embeddings from SEC financial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🔹 LLM Integration: Open-source models (Ollama, GLM-130B) for on-premise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🔹 Orchestration: LangGraph for dynamic task routing and feedback propagation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Hybrid Retrieval: FAISS + BM25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FAISS (Dense Vector Search):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Semantic understanding via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Captures meaning and context of financial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BM25 (Sparse Keyword Matching):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Exact keyword matching for financial terminology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Ensures lexical precision for specific entities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Weighted Scoring: Combined score = α·FAISS_score + β·BM25_score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Evaluator Self-Correction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Multi-Criteria Scoring: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✓ Relevance Score: Is answer addressing the query?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✓ Factual Consistency: Can results be verified against evidence?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✓ Numerical Coherence: Are financial figures mathematically sound?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✓ Entailment Score: Does evidence logically support the answer?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Auto-Correction Triggers: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→ If confidence &lt; threshold → Query reformulation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→ Trigger re-retrieval or passage reranking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Deployment &amp;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🐳 Containerization: Docker for reproducible, portable deployments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⚙️ Configuration: YAML-based orchestrator for easy customization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🔐 Data Privacy: On-premise deployment, no external data transmission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📡 Backend: FastAPI for RESTful APIs with async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🎨 Frontend: Streamlit for interactive queries &amp; confidence visualization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Database: Native Snowflake integration with structured/unstructured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Retrieval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Precision@K, Mean Reciprocal Rank (MRR), NDCG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Reasoning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Faithfulness Score, Hallucination Detection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Numerical Consistency, Semantic Relevance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System-level Performance: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Cross-Model Agreement 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End-to-end accuracy on financial question answering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Inference latency and resource utilization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Phase 1 (Apr 25 - May 10): Literature review &amp; abstract submission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Phase 2 (May 11 - Jun 4): Data ingestion &amp; baseline RAG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Phase 3 (Jun 5 - Jun 21): Multi-agent orchestration &amp; teacher-student distillation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Phase 4 (Jun 22 - Jul 15): Verifier &amp; evaluator feedback loop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Phase 5 (Jul 16 - Aug 2): Docker packaging &amp; benchmark evaluations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Phase 6 (Aug 3 - Aug 28): Final presentation &amp; VIVA examination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Key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Multi-agent orchestration framework (LangGraph)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Hybrid retrieval pipeline (FAISS + BM25 integration)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Teacher-Student distillation module for table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Evaluator-driven self-correction mechanism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Cross-model verification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FastAPI backend with REST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Streamlit interactive UI with explainability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Docker containerized deployment package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Expected Outcomes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Trustworthy Financial Intelligence: Verifiable, explainable AI for financial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Enterprise Deployment: Private, compliant, on-premise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Self-Improving System: Automatic error detection and correction capability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Scalable Architecture: Modular design supporting multiple use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Publication Potential: Research contributions in RAG, multi-agent systems, evaluator frameworks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Industry Adoption: Ready for deployment in financial services enterprises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Self-Correcting Financial Intelligence System combines: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Multi-agent retrieval and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Teacher-student knowledge transfer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Continuous evaluator-driven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• Cross-model verification for trustworthiness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Result: An intelligent, self-improving financial assistant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Suitable for enterprise deployment with explainability and regulatory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